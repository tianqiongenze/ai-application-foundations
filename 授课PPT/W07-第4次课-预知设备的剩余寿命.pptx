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0" r:id="rId73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298" r:id="rId50"/>
    <p:sldId id="303" r:id="rId55"/>
    <p:sldId id="305" r:id="rId57"/>
    <p:sldId id="306" r:id="rId58"/>
    <p:sldId id="307" r:id="rId59"/>
    <p:sldId id="308" r:id="rId60"/>
    <p:sldId id="310" r:id="rId62"/>
    <p:sldId id="314" r:id="rId66"/>
    <p:sldId id="315" r:id="rId67"/>
    <p:sldId id="316" r:id="rId68"/>
    <p:sldId id="373" r:id="rId64"/>
    <p:sldId id="374" r:id="rId63"/>
    <p:sldId id="317" r:id="rId69"/>
    <p:sldId id="365" r:id="rId82"/>
    <p:sldId id="375" r:id="rId61"/>
    <p:sldId id="366" r:id="rId80"/>
    <p:sldId id="367" r:id="rId84"/>
    <p:sldId id="368" r:id="rId77"/>
    <p:sldId id="369" r:id="rId75"/>
    <p:sldId id="318" r:id="rId70"/>
    <p:sldId id="320" r:id="rId72"/>
    <p:sldId id="322" r:id="rId74"/>
    <p:sldId id="324" r:id="rId76"/>
    <p:sldId id="326" r:id="rId78"/>
    <p:sldId id="327" r:id="rId79"/>
    <p:sldId id="329" r:id="rId81"/>
    <p:sldId id="331" r:id="rId83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3" r:id="rId115"/>
    <p:sldId id="364" r:id="rId116"/>
    <p:sldId id="371" r:id="rId71"/>
    <p:sldId id="372" r:id="rId6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3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8" Type="http://schemas.openxmlformats.org/officeDocument/2006/relationships/slide" Target="slides/slide22.xml"/><Relationship Id="rId40" Type="http://schemas.openxmlformats.org/officeDocument/2006/relationships/slide" Target="slides/slide23.xml"/><Relationship Id="rId42" Type="http://schemas.openxmlformats.org/officeDocument/2006/relationships/slide" Target="slides/slide24.xml"/><Relationship Id="rId44" Type="http://schemas.openxmlformats.org/officeDocument/2006/relationships/slide" Target="slides/slide25.xml"/><Relationship Id="rId46" Type="http://schemas.openxmlformats.org/officeDocument/2006/relationships/slide" Target="slides/slide26.xml"/><Relationship Id="rId48" Type="http://schemas.openxmlformats.org/officeDocument/2006/relationships/slide" Target="slides/slide27.xml"/><Relationship Id="rId50" Type="http://schemas.openxmlformats.org/officeDocument/2006/relationships/slide" Target="slides/slide28.xml"/><Relationship Id="rId55" Type="http://schemas.openxmlformats.org/officeDocument/2006/relationships/slide" Target="slides/slide29.xml"/><Relationship Id="rId57" Type="http://schemas.openxmlformats.org/officeDocument/2006/relationships/slide" Target="slides/slide30.xml"/><Relationship Id="rId58" Type="http://schemas.openxmlformats.org/officeDocument/2006/relationships/slide" Target="slides/slide31.xml"/><Relationship Id="rId59" Type="http://schemas.openxmlformats.org/officeDocument/2006/relationships/slide" Target="slides/slide32.xml"/><Relationship Id="rId60" Type="http://schemas.openxmlformats.org/officeDocument/2006/relationships/slide" Target="slides/slide33.xml"/><Relationship Id="rId61" Type="http://schemas.openxmlformats.org/officeDocument/2006/relationships/slide" Target="slides/slide85.xml"/><Relationship Id="rId62" Type="http://schemas.openxmlformats.org/officeDocument/2006/relationships/slide" Target="slides/slide34.xml"/><Relationship Id="rId63" Type="http://schemas.openxmlformats.org/officeDocument/2006/relationships/slide" Target="slides/slide39.xml"/><Relationship Id="rId64" Type="http://schemas.openxmlformats.org/officeDocument/2006/relationships/slide" Target="slides/slide38.xml"/><Relationship Id="rId65" Type="http://schemas.openxmlformats.org/officeDocument/2006/relationships/slide" Target="slides/slide84.xml"/><Relationship Id="rId66" Type="http://schemas.openxmlformats.org/officeDocument/2006/relationships/slide" Target="slides/slide35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40.xml"/><Relationship Id="rId70" Type="http://schemas.openxmlformats.org/officeDocument/2006/relationships/slide" Target="slides/slide46.xml"/><Relationship Id="rId71" Type="http://schemas.openxmlformats.org/officeDocument/2006/relationships/slide" Target="slides/slide83.xml"/><Relationship Id="rId72" Type="http://schemas.openxmlformats.org/officeDocument/2006/relationships/slide" Target="slides/slide47.xml"/><Relationship Id="rId73" Type="http://schemas.openxmlformats.org/officeDocument/2006/relationships/slide" Target="slides/slide2.xml"/><Relationship Id="rId74" Type="http://schemas.openxmlformats.org/officeDocument/2006/relationships/slide" Target="slides/slide48.xml"/><Relationship Id="rId75" Type="http://schemas.openxmlformats.org/officeDocument/2006/relationships/slide" Target="slides/slide45.xml"/><Relationship Id="rId76" Type="http://schemas.openxmlformats.org/officeDocument/2006/relationships/slide" Target="slides/slide49.xml"/><Relationship Id="rId77" Type="http://schemas.openxmlformats.org/officeDocument/2006/relationships/slide" Target="slides/slide44.xml"/><Relationship Id="rId78" Type="http://schemas.openxmlformats.org/officeDocument/2006/relationships/slide" Target="slides/slide50.xml"/><Relationship Id="rId79" Type="http://schemas.openxmlformats.org/officeDocument/2006/relationships/slide" Target="slides/slide51.xml"/><Relationship Id="rId80" Type="http://schemas.openxmlformats.org/officeDocument/2006/relationships/slide" Target="slides/slide42.xml"/><Relationship Id="rId81" Type="http://schemas.openxmlformats.org/officeDocument/2006/relationships/slide" Target="slides/slide52.xml"/><Relationship Id="rId82" Type="http://schemas.openxmlformats.org/officeDocument/2006/relationships/slide" Target="slides/slide41.xml"/><Relationship Id="rId83" Type="http://schemas.openxmlformats.org/officeDocument/2006/relationships/slide" Target="slides/slide53.xml"/><Relationship Id="rId84" Type="http://schemas.openxmlformats.org/officeDocument/2006/relationships/slide" Target="slides/slide43.xml"/><Relationship Id="rId85" Type="http://schemas.openxmlformats.org/officeDocument/2006/relationships/slide" Target="slides/slide54.xml"/><Relationship Id="rId86" Type="http://schemas.openxmlformats.org/officeDocument/2006/relationships/slide" Target="slides/slide55.xml"/><Relationship Id="rId87" Type="http://schemas.openxmlformats.org/officeDocument/2006/relationships/slide" Target="slides/slide56.xml"/><Relationship Id="rId88" Type="http://schemas.openxmlformats.org/officeDocument/2006/relationships/slide" Target="slides/slide57.xml"/><Relationship Id="rId89" Type="http://schemas.openxmlformats.org/officeDocument/2006/relationships/slide" Target="slides/slide58.xml"/><Relationship Id="rId90" Type="http://schemas.openxmlformats.org/officeDocument/2006/relationships/slide" Target="slides/slide59.xml"/><Relationship Id="rId91" Type="http://schemas.openxmlformats.org/officeDocument/2006/relationships/slide" Target="slides/slide60.xml"/><Relationship Id="rId92" Type="http://schemas.openxmlformats.org/officeDocument/2006/relationships/slide" Target="slides/slide61.xml"/><Relationship Id="rId93" Type="http://schemas.openxmlformats.org/officeDocument/2006/relationships/slide" Target="slides/slide62.xml"/><Relationship Id="rId94" Type="http://schemas.openxmlformats.org/officeDocument/2006/relationships/slide" Target="slides/slide63.xml"/><Relationship Id="rId95" Type="http://schemas.openxmlformats.org/officeDocument/2006/relationships/slide" Target="slides/slide64.xml"/><Relationship Id="rId96" Type="http://schemas.openxmlformats.org/officeDocument/2006/relationships/slide" Target="slides/slide65.xml"/><Relationship Id="rId97" Type="http://schemas.openxmlformats.org/officeDocument/2006/relationships/slide" Target="slides/slide66.xml"/><Relationship Id="rId98" Type="http://schemas.openxmlformats.org/officeDocument/2006/relationships/slide" Target="slides/slide67.xml"/><Relationship Id="rId99" Type="http://schemas.openxmlformats.org/officeDocument/2006/relationships/slide" Target="slides/slide68.xml"/><Relationship Id="rId100" Type="http://schemas.openxmlformats.org/officeDocument/2006/relationships/slide" Target="slides/slide69.xml"/><Relationship Id="rId101" Type="http://schemas.openxmlformats.org/officeDocument/2006/relationships/slide" Target="slides/slide70.xml"/><Relationship Id="rId102" Type="http://schemas.openxmlformats.org/officeDocument/2006/relationships/slide" Target="slides/slide71.xml"/><Relationship Id="rId103" Type="http://schemas.openxmlformats.org/officeDocument/2006/relationships/slide" Target="slides/slide72.xml"/><Relationship Id="rId104" Type="http://schemas.openxmlformats.org/officeDocument/2006/relationships/slide" Target="slides/slide73.xml"/><Relationship Id="rId105" Type="http://schemas.openxmlformats.org/officeDocument/2006/relationships/slide" Target="slides/slide74.xml"/><Relationship Id="rId106" Type="http://schemas.openxmlformats.org/officeDocument/2006/relationships/slide" Target="slides/slide75.xml"/><Relationship Id="rId107" Type="http://schemas.openxmlformats.org/officeDocument/2006/relationships/slide" Target="slides/slide76.xml"/><Relationship Id="rId108" Type="http://schemas.openxmlformats.org/officeDocument/2006/relationships/slide" Target="slides/slide77.xml"/><Relationship Id="rId109" Type="http://schemas.openxmlformats.org/officeDocument/2006/relationships/slide" Target="slides/slide78.xml"/><Relationship Id="rId110" Type="http://schemas.openxmlformats.org/officeDocument/2006/relationships/slide" Target="slides/slide79.xml"/><Relationship Id="rId111" Type="http://schemas.openxmlformats.org/officeDocument/2006/relationships/slide" Target="slides/slide80.xml"/><Relationship Id="rId115" Type="http://schemas.openxmlformats.org/officeDocument/2006/relationships/slide" Target="slides/slide81.xml"/><Relationship Id="rId116" Type="http://schemas.openxmlformats.org/officeDocument/2006/relationships/slide" Target="slides/slide8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开场30秒：本次课《预知设备的剩余寿命》，80分钟＝2课时×40分钟。课前已发工单+starter+微课知识卡，资讯·计划线上完成。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焊缝检测初见成效，方总监在集团例会上点名表扬。会上他又抛出新题：12台主风机的轴承换一次要停线两天，'能不能提前知道它还能撑多久？'——工单M2.2：用振动序列预测轴承剩余寿命RUL（本周同步中期诊断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详解B1·仓库模式：先读定义→场景为什么用它→看代码实例→扩展给A层。C/D层掌握前三格，A层加扩展格。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详解B2·外键与数据字典：先读定义→场景为什么用它→看代码实例→扩展给A层。C/D层掌握前三格，A层加扩展格。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详解B3·ORM声明式：先读定义→场景为什么用它→看代码实例→扩展给A层。C/D层掌握前三格，A层加扩展格。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详解B4·bulk批量插入：先读定义→场景为什么用它→看代码实例→扩展给A层。C/D层掌握前三格，A层加扩展格。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详解B5·N+1陷阱：先读定义→场景为什么用它→看代码实例→扩展给A层。C/D层掌握前三格，A层加扩展格。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详解B6·索引与EXPLAIN：先读定义→场景为什么用它→看代码实例→扩展给A层。C/D层掌握前三格，A层加扩展格。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现场演示《LSTM模型定义》：三步走——先整段跑通看结果，再逐行讲关键语句，最后现场改一个参数看输出变化（演10分钟的核心素材）。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现场演示《三指标计算》：三步走——先整段跑通看结果，再逐行讲关键语句，最后现场改一个参数看输出变化（演10分钟的核心素材）。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工单发布话术：'设备智能运维中心发来工单M2.2《轴承寿命预测系统》，及格线是M，优秀线看A层标准'——念完发starter。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错误速查：现场演示第一条——制造「MSE降后回升」，带着学生按'现象→原因→解决'三步排查。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预知设备的剩余寿命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85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85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85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预知设备的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剩余寿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时间序列：按时间顺序记录的序列数据 · 滑动窗口：前w步作输入、第w+1步作标签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RNN缺陷：长序列梯度消失→LSTM引入门控 · LSTM三门：遗忘/输入/输出控制记忆读写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可视化窗口-标签对应关系(--viz) · 构建LSTM回归模型并训练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85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基础知识线：时间序列：按时间顺序记录的序列数据；滑动窗口：前w步作输入、第w+1步作标签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继续夯实线：RNN缺陷：长序列梯度消失→LSTM引入门控；LSTM三门：遗忘/输入/输出控制记忆读写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85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技能线：可视化窗口-标签对应关系(--viz)；构建LSTM回归模型并训练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85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M2.2《轴承寿命预测系统》——本课工单即考核单元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85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85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85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85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目标：理解RNN/LSTM处理时序数据的基本原理；掌握MSE、RMSE、MAE误差指标的含义；了解迁移学习与预训练模型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85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目标：能够使用LSTM完成轴承寿命预测（MSE&lt;0.15）；能够对比多种模型并解读预测结果的业务意义。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85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目标：建立“预测性维护”的工程价值认知，培养用数据支撑维护决策的责任意识。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85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窗口长度20、步长1，长度200的序列能切出多少个样本？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85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题目：窗口长度20、步长1，长度200的序列能切出多少个样本？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85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焊缝检测初见成效，方总监在集团例会上点名表扬。会上他又抛出新题：12台主风机的轴承换一次要停线两天，'能不能提前知道它还能撑多久？'——工单M2.2：用振动序列预测轴承剩余寿命RUL（本周同步中期诊断）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85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任务背景：焊缝检测初见成效，方总监在集团例会上点名表扬。会上他又抛出新题：12台主风机的轴承换一次要停线两天，'能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85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理解RNN/LSTM处理时序数据的基本原理；掌握MSE、RMSE、MAE误差指标的含义；了解迁移学习与预训练模型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能够使用LSTM完成轴承寿命预测（MSE&lt;0.15）；能够对比多种模型并解读预测结果的业务意义。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建立“预测性维护”的工程价值认知，培养用数据支撑维护决策的责任意识。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对应工单M2.2评分：功能40%+技术25%+规范20%+素养15%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85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85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知识详解：仓库模式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仓库模式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仓库模式=档案室三级索引：设备档案1-N测点盒N-记录纸；告警挂档案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时序数据入库的关系建模——三张主表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devices / metrics / alarms 外键关联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误区：一张大宽表塞所有——先画ER再建表，表错后面全返工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85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知识详解：外键与数据字典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外键与数据字典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外键=档案间的挂锁引用；数据字典=每格抽屉的说明书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表关系与字段口径的成文契约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metrics.device_id REFERENCES devices.id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误区：字段含义靠口口相传——字典进docs/新同事不看代码也能懂库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85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知识详解：ORM声明式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ORM声明式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ORM=用Python类'声明'表结构——类即表，字段即属性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SQL写进类定义——类型安全+自动建表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class Metric(Base): __tablename__='metrics'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误区：ORM与裸SQL二选一——CRUD用ORM，复杂聚合报表裸SQL更快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85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知识详解：bulk批量插入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bulk批量插入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bulk=整车运输vs逐件快递：一次提交万行，快10倍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万级记录必备——逐条insert是性能杀手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session.bulk_save_objects(metrics_rows)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误区：bulk完不commit——数据只在内存，进程一退全没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85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知识详解：N+1陷阱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N+1陷阱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N+1=点一名学生跑一趟教务处——列表页逐条查询卡顿元凶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查询列表页卡顿的头号原因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session.query(Device).options(joinedload(Device.alarms))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误区：小数据量感觉不到——数据上万秒变分钟，echo=True眼见为实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85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知识详解：索引与EXPLAIN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索引与EXPLAIN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索引=书后索引页：查得快但每页写书都要多维护一份——有代价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按设备查时段是最高频查询——(device_id,ts)复合索引正覆盖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CREATE INDEX idx_dev_ts ON metrics(device_id, 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误区：索引滥建——写入每行都更新所有索引，写多读少的表别加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85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可视化窗口-标签对应关系(--viz)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构建LSTM回归模型并训练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计算MSE/RMSE/MAE三指标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绘制真实vs预测RUL曲线并业务解读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85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85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预知设备的剩余寿命（1）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时间序列与LSTM理论认知：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循环神经网络（RNN）与LSTM的基本概念：记忆单元、时序依赖；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时间序列数据的特性：趋势、周期、噪声；滑动窗口构建样本的方法；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工业参数预测场景：设备剩余使用寿命（RUL）预测、功耗预测；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预测误差指标：MSE、RMSE、MAE的含义。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85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预知设备的剩余寿命（2）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工单项目M2.2实验（80分钟）：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轴承振动时间序列数据预处理与滑动窗口样本构建；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构建并训练LSTM模型，进行剩余寿命预测；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对比LSTM与传统方法的预测误差，可视化预测曲线。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85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关键代码：LSTM模型定义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RULNet(nn.Module):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super().__init__()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self.lstm = nn.LSTM(1, 32, batch_first=True)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self.fc = nn.Linear(32, 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forward(self, x):              # (N,20,1)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out, _ = self.lstm(x)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self.fc(out[:, -1, :]).squeeze(-1)  # 取最后时刻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85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关键代码：三指标计算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 = model(Xte).detach().numpy()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mse = ((p - yte.numpy())**2).mean()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print(f"MSE={mse:.4f} RMSE={mse**0.5:.4f} MAE={abs(p-yte.numpy()).mean():.4f}")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85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85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决策：模型选型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拟合能力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LSTM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线性回归基线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85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本课决策题：决策：模型选型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85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仓库模式｜仓库模式=档案室三级索引：设备档案1-N测点盒N-记录纸；告警挂档案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外键与数据字典｜外键=档案间的挂锁引用；数据字典=每格抽屉的说明书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ORM声明式｜ORM=用Python类'声明'表结构——类即表，字段即属性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bulk批量插入｜bulk=整车运输vs逐件快递：一次提交万行，快10倍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N+1陷阱｜N+1=点一名学生跑一趟教务处——列表页逐条查询卡顿元凶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索引与EXPLAIN｜索引=书后索引页：查得快但每页写书都要多维护一份——有代价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误区：一张大宽表塞所有——先画ER再建表，表错后面全返工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误区：字段含义靠口口相传——字典进docs/新同事不看代码也能懂库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误区：ORM与裸SQL二选一——CRUD用ORM，复杂聚合报表裸SQL更快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MSE降后回升 → 减轮数/加早停观察验证loss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预测全是一条直线 → lr=1e-3并检查输入尺度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X/y错位 → 用--viz图核对t..t+19→t+20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及格线我能过吗——MSE&lt;0.15；能预测与可视化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优秀线我够吗——MSE&lt;0.10；对比≥2模型；解读有业务意义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技能点我能独立做出来吗——可视化窗口-标签对应关系(--viz)；构建LSTM回归模型并训练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仓库模式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误区：一张大宽表塞所有——先画ER再建表，表错后面全返工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仓库模式=档案室三级索引：设备档案1-N测点盒N-记录纸；告警挂档案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时序数据入库的关系建模——三张主表 devices / metrics / alarms 外键关联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外键与数据字典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误区：字段含义靠口口相传——字典进docs/新同事不看代码也能懂库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外键=档案间的挂锁引用；数据字典=每格抽屉的说明书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表关系与字段口径的成文契约 metrics.device_id REFERENCES devices.id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ORM声明式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误区：ORM与裸SQL二选一——CRUD用ORM，复杂聚合报表裸SQL更快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ORM=用Python类'声明'表结构——类即表，字段即属性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SQL写进类定义——类型安全+自动建表 class Metric(Base): __tablename__='metrics'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实施任务：工单M2.2《轴承寿命预测系统》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可视化一个“输入窗口→标签RUL”样例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训练RULNet(≤60 epochs)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计算MSE/RMSE/MAE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绘制真实vs预测RUL曲线+业务解读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MSE&lt;0.15；能预测与可视化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MSE&lt;0.10；对比≥2模型；解读有业务意义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85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交付模型 LSTM 实测 MSE 0.005226 ｜ 线性基线 MSE 0.006278（LSTM 增益 Δ=+0.001052）｜ 实测模型 3 种 ｜ 拐点实测于第 55 窗口 ｜ 窗口敏感性 3 档 ｜ 预测曲线 64281B ｜ 敏感性图 44086B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MSE 门槛&lt;0.15 [达标] ｜ 功能OK ｜ MSE&lt;0.15+完成预测与可视化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MSE 门槛&lt;=0.12 [达标] ｜ 功能OK ｜ MSE≤0.12+对照基线说明 LSTM 增益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MSE 门槛&lt;0.10 [达标] ｜ 功能OK ｜ MSE&lt;0.10+对比≥2 种模型并解读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MSE 门槛&lt;0.10 [达标] ｜ 功能OK ｜ 达 B 且预测曲线有拐点分析+对窗口长度做敏感性实验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规范率门槛: 工单 M2.2 四档未规定规范率（原文取值），实测规范率 100.0% 仅作证据、不参与档位判定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4 条（教师答辩时口头确认，绝不自动判达标）: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1) 『对照基线说明 LSTM 增益』『对比≥2 种模型并解读』的口头部分——代码已实测各模型 MSE/RMSE/MAE 并自动生成数字对照表与增益解读行，增益原因的现场口述须答辩确认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2) 『拐点分析』的业务含义口述（拐点位置/斜率突变数值已由代码实测并标注在预测曲线图上）与『RMSE→维护提前量』80 字业务解读的现场问答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工程化项目/m22_rul_predict/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src/rul_predict/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85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m22_rul_predict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85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交付模型 LSTM 实测 MSE 0.005226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线性基线 MSE 0.006278（LSTM 增益 Δ=+0.001052）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实测模型 3 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拐点实测于第 55 窗口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窗口敏感性 3 档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MSE&lt;0.15+完成预测与可视化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MSE 门槛&lt;0.15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MSE≤0.12+对照基线说明 LSTM 增益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MSE 门槛&lt;=0.12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MSE&lt;0.10+对比≥2 种模型并解读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MSE 门槛&lt;0.10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且预测曲线有拐点分析+对窗口长度做敏感性实验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MSE 门槛&lt;0.10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4 条（代码不代判，答辩现场确认）：) 『对照基线说明 LSTM 增益』『对比≥2 种模型并解读』的口头部分——代码已实测各模型 MSE/RMSE/；) 『拐点分析』的业务含义口述（拐点位置/斜率突变数值已由代码实测并标注在预测曲线图上）与『RMSE→维护提前量；) 预测曲线图是否清晰可读（真值/预测两条线、拐点竖线与图例能否一眼读懂）教师目检——机检只认落盘字节数（工单未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7 项，本页只列前 5 项，其余见下页 report.txt 截图。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m22_rul_predict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85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项目：01-AI应用基础/工程化项目/m22_rul_predict/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10:44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工具/ppt97/evidence/m22_rul_predict/（capture97.py 真跑捕获，未改写数字）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m22_rul_predict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85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prediction_curve.png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output/prediction_curve.png ｜ 62 KB ｜ run.py 本次落盘</a:t>
            </a:r>
          </a:p>
        </p:txBody>
      </p:sp>
      <p:pic>
        <p:nvPicPr>
          <p:cNvPr id="19" name="Picture 18" descr="predic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93392"/>
            <a:ext cx="5303520" cy="32410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327648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window_sensitivity.png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output/window_sensitivity.png ｜ 43 KB ｜ run.py 本次落盘</a:t>
            </a:r>
          </a:p>
        </p:txBody>
      </p:sp>
      <p:pic>
        <p:nvPicPr>
          <p:cNvPr id="23" name="Picture 22" descr="window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993392"/>
            <a:ext cx="5303520" cy="34804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窗口可视化理解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运行--viz出图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换一个样本i再看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口头解释RUL含义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能讲清输入标签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MSE 门槛&lt;0.15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85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跑通训练与评估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加载bearing_rul.npz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训练60轮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算MSE并画曲线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MSE&lt;0.15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MSE 门槛&lt;=0.12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85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完整LSTM预测流程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跑--viz核对窗口对齐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训练RULNet(≤60轮)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三指标+预测曲线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MSE≤0.12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MSE 门槛&lt;0.10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85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LSTMvs线性基线对比+敏感性实验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训练线性回归基线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对比两模型误差曲线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改窗口长度w=10/20/30看影响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MSE&lt;0.10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对比LSTM与线性基线的误差曲线，指出LSTM在哪个退化阶段增益最大)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MSE 门槛&lt;0.10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85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可视化一个“输入窗口→标签RUL”样例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训练RULNet(≤60 epochs)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计算MSE/RMSE/MAE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绘制真实vs预测RUL曲线+业务解读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窗口X与标签y错位是头号bug，用--viz可视化核对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CPU训练加早停，epochs≤60观察验证loss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RUL是回归任务，损失用MSELoss而非交叉熵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85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MSE降后回升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过拟合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减轮数/加早停观察验证loss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预测全是一条直线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学习率过大或特征未归一化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lr=1e-3并检查输入尺度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X/y错位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窗口切分标签取错位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用--viz图核对t..t+19→t+20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85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D·学徒（≥60）：窗口可视化理解——跟做保底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C·操作员（≥70）：跑通训练与评估——基础完成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B·组长（≥80）：完整LSTM预测流程——标准达成+帮带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A·师傅（≥90）：LSTMvs线性基线对比+敏感性实验——进阶拓展+费曼讲解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85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85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85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85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85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完成工单项目M2.2《轴承寿命预测系统》：MSE&lt;0.15，优秀标准&lt;0.10并对比多种模型；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撰写预测结果业务解读：说明预测误差对维护计划的影响；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预习数字图像基础（像素、色彩空间）。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85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85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epoch10 loss=0.2442  ×6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MSE=0.0731 RMSE=0.2703 MAE=0.2340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业务解读: RMSE≈0.1即寿命预测误差约10%退化区间, 可提前1-2个维护周期介入, 满足预测性维护排程需求。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85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85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85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85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85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85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85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85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85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85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85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微课知识卡：可视化窗口-标签对应关系(--viz)（5分钟视频+导学单）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85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时间序列：按时间顺序记录的序列数据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滑动窗口：前w步作输入、第w+1步作标签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RNN缺陷：长序列梯度消失→LSTM引入门控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85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85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预知设备的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剩余寿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时间序列：按时间顺序记录的序列数据 · 滑动窗口：前w步作输入、第w+1步作标签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可视化窗口-标签对应关系(--viz) · 构建LSTM回归模型并训练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MSE降后回升 · 预测全是一条直线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85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85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本周主题：可视化窗口-标签对应关系(--viz)——5分钟视频+导学单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85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85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85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85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窗口长度20、步长1，长度200的序列能切出多少个样本？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排错题：出现「MSE降后回升」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原因：过拟合；解决：减轮数/加早停观察验证loss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时间序列：按时间顺序记录的序列数据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85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知识：时间序列：按时间顺序记录的序列数据；滑动窗口：前w步作输入、第w+1步作标签；RNN缺陷：长序列梯度消失→LSTM引入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技能：可视化窗口-标签对应关系(--viz)；构建LSTM回归模型并训练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交付：工单M2.2《轴承寿命预测系统》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85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85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构建预处理链条并可视化中间图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像素面积350px²、当量0.1mm/px，物理面积是多少mm²？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自检与提交（承接上页实测输出）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